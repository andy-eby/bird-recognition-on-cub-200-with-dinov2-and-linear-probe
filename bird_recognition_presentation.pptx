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>
        <p:scale>
          <a:sx n="78" d="100"/>
          <a:sy n="78" d="100"/>
        </p:scale>
        <p:origin x="9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0408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~30 sec. Introduce yourself, state the task (fine-grained bird classification on 200 species), and call out the headline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~45 sec. Explain what makes fine-grained recognition hard: low data, near-identical species. The dataset has only ~30 images per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~60 sec. Walk through the three stages. Emphasize that Stage 1 is the expensive step (GPU) but runs only once. Stages 2 and 3 are fast CPU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~45 sec. Walk through the four stat cards. Note that Top-5 at 98.36% means the correct species is almost always in the top 5 predictions. CV scores are nearly identical across all C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~40 sec. Each dot is a test image colored by species. Point out that tight clusters = good features. The linear probe simply draws boundaries between these clusters.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~45 sec. The heatmap shows errors are within species families, not random. California Gull (30%) and Herring Gull (32%) are the hardest — even expert birders struggle with these. This tells us the remaining errors are near the ceiling of what's possible without additional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~35 sec. Summarize key takeaways quickly. Mention that the full code is on GitHub. Leave ~30 seconds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32004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100584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 Bird Recognition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411480" y="1664208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9EC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CUB-200 with DINOv2 and a Linear Probe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411480" y="2377440"/>
            <a:ext cx="4114800" cy="274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11480" y="2514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EC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Andrew Eby  ·  Indiana University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11480" y="3246120"/>
            <a:ext cx="1965960" cy="1188720"/>
          </a:xfrm>
          <a:prstGeom prst="rect">
            <a:avLst/>
          </a:prstGeom>
          <a:solidFill>
            <a:srgbClr val="132847"/>
          </a:solidFill>
          <a:ln w="1524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11480" y="3364992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species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11480" y="37947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EC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CUB-200-2011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587752" y="3246120"/>
            <a:ext cx="1965960" cy="1188720"/>
          </a:xfrm>
          <a:prstGeom prst="rect">
            <a:avLst/>
          </a:prstGeom>
          <a:solidFill>
            <a:srgbClr val="132847"/>
          </a:solidFill>
          <a:ln w="1524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587752" y="3364992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89.40% Top-1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587752" y="37947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EC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764024" y="3246120"/>
            <a:ext cx="1965960" cy="1188720"/>
          </a:xfrm>
          <a:prstGeom prst="rect">
            <a:avLst/>
          </a:prstGeom>
          <a:solidFill>
            <a:srgbClr val="132847"/>
          </a:solidFill>
          <a:ln w="1524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764024" y="3364992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98.36% Top-5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764024" y="37947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EC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940296" y="3246120"/>
            <a:ext cx="1965960" cy="1188720"/>
          </a:xfrm>
          <a:prstGeom prst="rect">
            <a:avLst/>
          </a:prstGeom>
          <a:solidFill>
            <a:srgbClr val="132847"/>
          </a:solidFill>
          <a:ln w="1524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940296" y="3364992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 min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940296" y="37947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EC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time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8288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 Bird Recognition  ·  Andrew Eby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18288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EC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3931920" cy="4114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3075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CUB-200-2011 Dataset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783080"/>
            <a:ext cx="3611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North American bird species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11,788 images total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training images per class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Fine-grained: visually similar species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00600" y="128016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00600" y="1280160"/>
            <a:ext cx="3931920" cy="4114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37760" y="13075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783080"/>
            <a:ext cx="3611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 look nearly identical to non-experts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data regime — very few samples per class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classifiers struggle here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strong visual features from the start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8288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 Bird Recognition  ·  Andrew Eby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18288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EC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Pipeline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280160"/>
            <a:ext cx="25603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280160"/>
            <a:ext cx="2560320" cy="5303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29768" y="1371600"/>
            <a:ext cx="347472" cy="347472"/>
          </a:xfrm>
          <a:prstGeom prst="ellipse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29768" y="13716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32104" y="13716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901952"/>
            <a:ext cx="23317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DINOv2 ViT-B/14 (frozen)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86M parameters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768-d [CLS] token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L2-normalized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once, cached to .npz</a:t>
            </a:r>
            <a:endParaRPr lang="en-US" sz="12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2697480"/>
            <a:ext cx="201168" cy="20116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3154680" y="1280160"/>
            <a:ext cx="25603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3154680" y="1280160"/>
            <a:ext cx="2560320" cy="530352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3264408" y="1371600"/>
            <a:ext cx="347472" cy="347472"/>
          </a:xfrm>
          <a:prstGeom prst="ellipse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3264408" y="13716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666744" y="13716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Probe Training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291840" y="1901952"/>
            <a:ext cx="23317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+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LogisticRegression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GridSearchCV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sweep: {15, 17.5, 20, 22.5}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 = 17.5</a:t>
            </a:r>
            <a:endParaRPr lang="en-US" sz="12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2697480"/>
            <a:ext cx="201168" cy="201168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5989320" y="1280160"/>
            <a:ext cx="25603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5989320" y="1280160"/>
            <a:ext cx="2560320" cy="530352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6099048" y="1371600"/>
            <a:ext cx="347472" cy="347472"/>
          </a:xfrm>
          <a:prstGeom prst="ellipse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6099048" y="13716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6501384" y="13716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6126480" y="1901952"/>
            <a:ext cx="23317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 &amp; Top-5 accuracy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heatmap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 visualization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accuracy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auto-generated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320040" y="4773168"/>
            <a:ext cx="8503920" cy="274320"/>
          </a:xfrm>
          <a:prstGeom prst="rect">
            <a:avLst/>
          </a:prstGeom>
          <a:solidFill>
            <a:srgbClr val="E0F7FA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457200" y="47731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extracting features once saves all future training iterations — GPU only needed once.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EC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CUB-200-2011 Test Set  ·  DINOv2 ViT-B/14  ·  C = 17.5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1920240" cy="2011680"/>
          </a:xfrm>
          <a:prstGeom prst="rect">
            <a:avLst/>
          </a:prstGeom>
          <a:solidFill>
            <a:srgbClr val="132847"/>
          </a:solidFill>
          <a:ln w="190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572768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89.40%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228600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 Accuracy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67004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EC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1463040"/>
            <a:ext cx="1920240" cy="2011680"/>
          </a:xfrm>
          <a:prstGeom prst="rect">
            <a:avLst/>
          </a:prstGeom>
          <a:solidFill>
            <a:srgbClr val="132847"/>
          </a:solidFill>
          <a:ln w="19050">
            <a:solidFill>
              <a:srgbClr val="0D6E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468880" y="1572768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98.36%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468880" y="228600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Accuracy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468880" y="267004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EC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1463040"/>
            <a:ext cx="1920240" cy="2011680"/>
          </a:xfrm>
          <a:prstGeom prst="rect">
            <a:avLst/>
          </a:prstGeom>
          <a:solidFill>
            <a:srgbClr val="132847"/>
          </a:solidFill>
          <a:ln w="1905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0" y="1572768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88.98%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572000" y="228600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Best Score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0" y="267004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EC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validation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675120" y="1463040"/>
            <a:ext cx="1920240" cy="2011680"/>
          </a:xfrm>
          <a:prstGeom prst="rect">
            <a:avLst/>
          </a:prstGeom>
          <a:solidFill>
            <a:srgbClr val="132847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675120" y="1572768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 min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675120" y="228600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Time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75120" y="267004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EC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feature cache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3455453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EC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Results</a:t>
            </a:r>
            <a:endParaRPr lang="en-US" sz="1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9798062"/>
              </p:ext>
            </p:extLst>
          </p:nvPr>
        </p:nvGraphicFramePr>
        <p:xfrm>
          <a:off x="457200" y="3773861"/>
          <a:ext cx="3840480" cy="129540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CV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 CV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88.96%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17.5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88.98%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88.96%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88.98%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4480560" y="3773861"/>
            <a:ext cx="4389120" cy="1280160"/>
          </a:xfrm>
          <a:prstGeom prst="rect">
            <a:avLst/>
          </a:prstGeom>
          <a:solidFill>
            <a:srgbClr val="132847"/>
          </a:solidFill>
          <a:ln w="1524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617720" y="3856157"/>
            <a:ext cx="411480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scores are tightly clustered </a:t>
            </a: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(88.96–88.98%)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model is not sensitive to small changes in C at this scale.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8288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 Bird Recognition  ·  Andrew Eby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18288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EC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Quality: t-SNE Visualization</a:t>
            </a:r>
            <a:endParaRPr lang="en-US" sz="2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143000"/>
            <a:ext cx="5120640" cy="3749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577840" y="1188720"/>
            <a:ext cx="33375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577840" y="1188720"/>
            <a:ext cx="54864" cy="10972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687568" y="126187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 samples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687568" y="1591056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draw from 200 classes; perplexity=30, PCA init.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577840" y="2423160"/>
            <a:ext cx="33375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577840" y="2423160"/>
            <a:ext cx="54864" cy="10972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687568" y="249631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clusters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687568" y="2825496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species form tight, well-separated groups in 2D.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577840" y="3657600"/>
            <a:ext cx="33375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577840" y="3657600"/>
            <a:ext cx="54864" cy="10972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687568" y="373075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687568" y="4059936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quality explains the high accuracy — logistic regression only needs to draw linear boundaries.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8288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 Bird Recognition  ·  Andrew Eby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18288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EC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Model Struggles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Top-15 Most Confused Pairs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417320"/>
            <a:ext cx="4389120" cy="3383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846320" y="111556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Lowest Per-Class Accuracies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46320" y="1417320"/>
            <a:ext cx="4069080" cy="338328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502920" y="4773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cluster within similar-looking groups: gulls, terns, corvids, hummingbirds — near the limits of human expert identification too.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Next Steps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274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Showed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39319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89.40% Top-1 / 98.36% Top-5 accuracy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in under 5 minutes (CPU only)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DINOv2 features are highly discriminative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are near the biological limit of similarity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pipeline — easy to reproduce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0" y="1097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54880" y="1508760"/>
            <a:ext cx="39319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DINOv2 with registers for cleaner features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ViT-S + ViT-B feature concatenation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images using CUB-200 bounding boxes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logistic regression with small MLP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C sweep (logarithmic scale)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4480560"/>
            <a:ext cx="8229600" cy="502920"/>
          </a:xfrm>
          <a:prstGeom prst="rect">
            <a:avLst/>
          </a:prstGeom>
          <a:solidFill>
            <a:srgbClr val="0D2A4A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449884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EC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github.com/andy-eby/Bird-Recognition-on-CUB-200-with-DINOv2-and-Linear-Probe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714</Words>
  <Application>Microsoft Office PowerPoint</Application>
  <PresentationFormat>On-screen Show (16:9)</PresentationFormat>
  <Paragraphs>123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Fine-Grained Bird Recognition on CUB-200 with DINOv2</dc:title>
  <dc:subject>PptxGenJS Presentation</dc:subject>
  <dc:creator>Andrew Eby</dc:creator>
  <cp:lastModifiedBy>Eby, Andrew</cp:lastModifiedBy>
  <cp:revision>2</cp:revision>
  <dcterms:created xsi:type="dcterms:W3CDTF">2026-04-19T18:48:32Z</dcterms:created>
  <dcterms:modified xsi:type="dcterms:W3CDTF">2026-04-19T18:57:42Z</dcterms:modified>
</cp:coreProperties>
</file>